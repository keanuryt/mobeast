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5" Type="http://schemas.openxmlformats.org/officeDocument/2006/relationships/viewProps" Target="viewProps.xml" /><Relationship Id="rId3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7" Type="http://schemas.openxmlformats.org/officeDocument/2006/relationships/tableStyles" Target="tableStyles.xml" /><Relationship Id="rId3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5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6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7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9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0.png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1.png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2.png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3.png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4.png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5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MOBEAST - Nutrients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Keanu Rochette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Load Libraries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Load Data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visualization theme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Clean Up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12PM Nutrient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Iterative statistical modeling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Iterative graphing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Nitrate-Nitrite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Linear mixed model fit by REML. t-tests use Satterthwaite's method [
lmerModLmerTest]
Formula: conc_norm ~ treatment + (1 | tank_number)
   Data: df
REML criterion at convergence: 75.7
Scaled residuals: 
    Min      1Q  Median      3Q     Max 
-1.6385 -0.5563 -0.3186  0.4176  3.5046 
Random effects:
 Groups      Name        Variance Std.Dev.
 tank_number (Intercept) 0.0000   0.0000  
 Residual                0.3195   0.5652  
Number of obs: 43, groups:  tank_number, 16
Fixed effects:
               Estimate Std. Error       df t value Pr(&gt;|t|)  
(Intercept)     0.01782    0.17042 39.00000   0.105   0.9173  
treatmentCoral  0.15128    0.24697 39.00000   0.613   0.5437  
treatmentCCA   -0.19109    0.24101 39.00000  -0.793   0.4327  
treatmentAlgae -0.44773    0.24101 39.00000  -1.858   0.0708 .
---
Signif. codes:  0 '***' 0.001 '**' 0.01 '*' 0.05 '.' 0.1 ' ' 1
Correlation of Fixed Effects:
            (Intr) trtmnC trtCCA
treatmntCrl -0.690              
treatmntCCA -0.707  0.488       
treatmntAlg -0.707  0.488  0.500
optimizer (nloptwrap) convergence code: 0 (OK)
boundary (singular) fit: see help('isSingular')</a:t>
            </a:r>
          </a:p>
          <a:p>
            <a:pPr lvl="0" indent="0">
              <a:buNone/>
            </a:pPr>
            <a:r>
              <a:rPr>
                <a:latin typeface="Courier"/>
              </a:rPr>
              <a:t>Type II Analysis of Variance Table with Satterthwaite's method
          Sum Sq Mean Sq NumDF DenDF F value Pr(&gt;F)
treatment 2.1285 0.70949     3    39  2.2208  0.101</a:t>
            </a:r>
          </a:p>
          <a:p>
            <a:pPr lvl="0" indent="0">
              <a:buNone/>
            </a:pPr>
            <a:r>
              <a:rPr>
                <a:latin typeface="Courier"/>
              </a:rPr>
              <a:t>$emmeans
 treatment  emmean    SE   df lower.CL upper.CL
 Control    0.0178 0.171 10.9   -0.359   0.3949
 Coral      0.1691 0.180 12.9   -0.220   0.5587
 CCA       -0.1733 0.171 10.9   -0.550   0.2038
 Algae     -0.4299 0.171 10.9   -0.807  -0.0528
Degrees-of-freedom method: kenward-roger 
Confidence level used: 0.95 
$contrasts
 contrast        estimate    SE   df t.ratio p.value
 Coral - Control    0.151 0.249 11.9   0.609  0.8493
 CCA - Control     -0.191 0.242 10.9  -0.789  0.7550
 Algae - Control   -0.448 0.242 10.9  -1.849  0.2167
Degrees-of-freedom method: kenward-roger 
P value adjustment: dunnettx method for 3 tests </a:t>
            </a:r>
          </a:p>
        </p:txBody>
      </p:sp>
      <p:pic>
        <p:nvPicPr>
          <p:cNvPr descr="MOBEAST_nutrients_files/figure-pptx/unnamed-chunk-16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48200" y="1879600"/>
            <a:ext cx="4038600" cy="2019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OBEAST_nutrients_files/figure-pptx/unnamed-chunk-17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Nitrite - Significant !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Linear mixed model fit by REML. t-tests use Satterthwaite's method [
lmerModLmerTest]
Formula: conc_norm ~ treatment + (1 | tank_number)
   Data: df
REML criterion at convergence: -138
Scaled residuals: 
     Min       1Q   Median       3Q      Max 
-2.40244 -0.58583  0.01229  0.60325  2.00335 
Random effects:
 Groups      Name        Variance  Std.Dev.
 tank_number (Intercept) 0.0002162 0.01470 
 Residual                0.0013069 0.03615 
Number of obs: 44, groups:  tank_number, 16
Fixed effects:
                 Estimate Std. Error         df t value Pr(&gt;|t|)   
(Intercept)    -0.0140459  0.0127656 10.5796521  -1.100  0.29561   
treatmentCoral -0.0007137  0.0183523 11.1583527  -0.039  0.96966   
treatmentCCA   -0.0450051  0.0183523 11.1583527  -2.452  0.03183 * 
treatmentAlgae -0.0622439  0.0186882 11.9182096  -3.331  0.00604 **
---
Signif. codes:  0 '***' 0.001 '**' 0.01 '*' 0.05 '.' 0.1 ' ' 1
Correlation of Fixed Effects:
            (Intr) trtmnC trtCCA
treatmntCrl -0.696              
treatmntCCA -0.696  0.484       
treatmntAlg -0.683  0.475  0.475</a:t>
            </a:r>
          </a:p>
          <a:p>
            <a:pPr lvl="0" indent="0">
              <a:buNone/>
            </a:pPr>
            <a:r>
              <a:rPr>
                <a:latin typeface="Courier"/>
              </a:rPr>
              <a:t>Type II Analysis of Variance Table with Satterthwaite's method
           Sum Sq   Mean Sq NumDF  DenDF F value  Pr(&gt;F)  
treatment 0.02216 0.0073865     3 11.798  5.6518 0.01224 *
---
Signif. codes:  0 '***' 0.001 '**' 0.01 '*' 0.05 '.' 0.1 ' ' 1</a:t>
            </a:r>
          </a:p>
          <a:p>
            <a:pPr lvl="0" indent="0">
              <a:buNone/>
            </a:pPr>
            <a:r>
              <a:rPr>
                <a:latin typeface="Courier"/>
              </a:rPr>
              <a:t>$emmeans
 treatment  emmean     SE   df lower.CL upper.CL
 Control   -0.0140 0.0128 10.6  -0.0423   0.0142
 Coral     -0.0148 0.0132 11.7  -0.0436   0.0141
 CCA       -0.0591 0.0132 11.7  -0.0879  -0.0302
 Algae     -0.0763 0.0137 13.2  -0.1058  -0.0467
Degrees-of-freedom method: kenward-roger 
Confidence level used: 0.95 
$contrasts
 contrast         estimate     SE   df t.ratio p.value
 Coral - Control -0.000714 0.0184 11.1  -0.039  0.9994
 CCA - Control   -0.045005 0.0184 11.1  -2.449  0.0817
 Algae - Control -0.062244 0.0187 11.9  -3.323  0.0165
Degrees-of-freedom method: kenward-roger 
P value adjustment: dunnettx method for 3 tests </a:t>
            </a:r>
          </a:p>
        </p:txBody>
      </p:sp>
      <p:pic>
        <p:nvPicPr>
          <p:cNvPr descr="MOBEAST_nutrients_files/figure-pptx/unnamed-chunk-20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48200" y="1879600"/>
            <a:ext cx="4038600" cy="2019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Nitrate - need to log the data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Linear mixed model fit by REML. t-tests use Satterthwaite's method [
lmerModLmerTest]
Formula: conc_norm ~ treatment + (1 | tank_number)
   Data: df
REML criterion at convergence: 33.1
Scaled residuals: 
    Min      1Q  Median      3Q     Max 
-2.7741 -0.1782  0.0700  0.3543  2.2230 
Random effects:
 Groups      Name        Variance Std.Dev.
 tank_number (Intercept) 0.0000   0.0000  
 Residual                0.1092   0.3304  
Number of obs: 42, groups:  tank_number, 16
Fixed effects:
               Estimate Std. Error       df t value Pr(&gt;|t|)  
(Intercept)    -0.02313    0.09963 38.00000  -0.232   0.8177  
treatmentCoral  0.08203    0.14090 38.00000   0.582   0.5639  
treatmentCCA   -0.30916    0.14090 38.00000  -2.194   0.0344 *
treatmentAlgae -0.09393    0.14852 38.00000  -0.632   0.5309  
---
Signif. codes:  0 '***' 0.001 '**' 0.01 '*' 0.05 '.' 0.1 ' ' 1
Correlation of Fixed Effects:
            (Intr) trtmnC trtCCA
treatmntCrl -0.707              
treatmntCCA -0.707  0.500       
treatmntAlg -0.671  0.474  0.474
optimizer (nloptwrap) convergence code: 0 (OK)
boundary (singular) fit: see help('isSingular')</a:t>
            </a:r>
          </a:p>
          <a:p>
            <a:pPr lvl="0" indent="0">
              <a:buNone/>
            </a:pPr>
            <a:r>
              <a:rPr>
                <a:latin typeface="Courier"/>
              </a:rPr>
              <a:t>Type II Analysis of Variance Table with Satterthwaite's method
           Sum Sq Mean Sq NumDF DenDF F value  Pr(&gt;F)  
treatment 0.93858 0.31286     3    38  2.8652 0.04926 *
---
Signif. codes:  0 '***' 0.001 '**' 0.01 '*' 0.05 '.' 0.1 ' ' 1</a:t>
            </a:r>
          </a:p>
          <a:p>
            <a:pPr lvl="0" indent="0">
              <a:buNone/>
            </a:pPr>
            <a:r>
              <a:rPr>
                <a:latin typeface="Courier"/>
              </a:rPr>
              <a:t>$emmeans
 treatment  emmean    SE   df lower.CL upper.CL
 Control   -0.0231 0.100 10.5   -0.245    0.199
 Coral      0.0589 0.100 10.5   -0.163    0.281
 CCA       -0.3323 0.100 10.5   -0.554   -0.111
 Algae     -0.1171 0.111 15.2   -0.353    0.119
Degrees-of-freedom method: kenward-roger 
Confidence level used: 0.95 
$contrasts
 contrast        estimate    SE   df t.ratio p.value
 Coral - Control   0.0820 0.142 10.5   0.579  0.8636
 CCA - Control    -0.3092 0.142 10.5  -2.183  0.1303
 Algae - Control  -0.0939 0.149 12.8  -0.628  0.8394
Degrees-of-freedom method: kenward-roger 
P value adjustment: dunnettx method for 3 tests </a:t>
            </a:r>
          </a:p>
        </p:txBody>
      </p:sp>
      <p:pic>
        <p:nvPicPr>
          <p:cNvPr descr="MOBEAST_nutrients_files/figure-pptx/unnamed-chunk-22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48200" y="1879600"/>
            <a:ext cx="4038600" cy="2019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Ammonium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Linear mixed model fit by REML. t-tests use Satterthwaite's method [
lmerModLmerTest]
Formula: conc_norm ~ treatment + (1 | tank_number)
   Data: df
REML criterion at convergence: 79.9
Scaled residuals: 
    Min      1Q  Median      3Q     Max 
-1.6570 -0.6063 -0.2376  0.3593  3.5275 
Random effects:
 Groups      Name        Variance Std.Dev.
 tank_number (Intercept) 0.0000   0.0000  
 Residual                0.3244   0.5696  
Number of obs: 45, groups:  tank_number, 16
Fixed effects:
                Estimate Std. Error        df t value Pr(&gt;|t|)
(Intercept)    -0.009621   0.164419 41.000000  -0.059    0.954
treatmentCoral  0.200473   0.243872 41.000000   0.822    0.416
treatmentCCA   -0.056440   0.232523 41.000000  -0.243    0.809
treatmentAlgae -0.355029   0.237749 41.000000  -1.493    0.143
Correlation of Fixed Effects:
            (Intr) trtmnC trtCCA
treatmntCrl -0.674              
treatmntCCA -0.707  0.477       
treatmntAlg -0.692  0.466  0.489
optimizer (nloptwrap) convergence code: 0 (OK)
boundary (singular) fit: see help('isSingular')</a:t>
            </a:r>
          </a:p>
          <a:p>
            <a:pPr lvl="0" indent="0">
              <a:buNone/>
            </a:pPr>
            <a:r>
              <a:rPr>
                <a:latin typeface="Courier"/>
              </a:rPr>
              <a:t>Type II Analysis of Variance Table with Satterthwaite's method
          Sum Sq Mean Sq NumDF DenDF F value Pr(&gt;F)
treatment  1.679 0.55965     3    41  1.7252 0.1768</a:t>
            </a:r>
          </a:p>
          <a:p>
            <a:pPr lvl="0" indent="0">
              <a:buNone/>
            </a:pPr>
            <a:r>
              <a:rPr>
                <a:latin typeface="Courier"/>
              </a:rPr>
              <a:t>$emmeans
 treatment   emmean    SE   df lower.CL upper.CL
 Control   -0.00962 0.164 10.6   -0.373   0.3539
 Coral      0.19085 0.181 14.1   -0.198   0.5797
 CCA       -0.06606 0.164 10.6   -0.430   0.2975
 Algae     -0.36465 0.172 12.0   -0.740   0.0111
Degrees-of-freedom method: kenward-roger 
Confidence level used: 0.95 
$contrasts
 contrast        estimate    SE   df t.ratio p.value
 Coral - Control   0.2005 0.245 12.3   0.819  0.7369
 CCA - Control    -0.0564 0.233 10.6  -0.243  0.9766
 Algae - Control  -0.3550 0.238 11.3  -1.490  0.3594
Degrees-of-freedom method: kenward-roger 
P value adjustment: dunnettx method for 3 tests </a:t>
            </a:r>
          </a:p>
        </p:txBody>
      </p:sp>
      <p:pic>
        <p:nvPicPr>
          <p:cNvPr descr="MOBEAST_nutrients_files/figure-pptx/unnamed-chunk-24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48200" y="1879600"/>
            <a:ext cx="4038600" cy="2019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Phosphate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Linear mixed model fit by REML. t-tests use Satterthwaite's method [
lmerModLmerTest]
Formula: conc_norm ~ treatment + (1 | tank_number)
   Data: df
REML criterion at convergence: -183.9
Scaled residuals: 
     Min       1Q   Median       3Q      Max 
-1.97727 -0.55212 -0.09374  0.63759  2.38429 
Random effects:
 Groups      Name        Variance  Std.Dev.
 tank_number (Intercept) 0.0000000 0.00000 
 Residual                0.0005212 0.02283 
Number of obs: 45, groups:  tank_number, 16
Fixed effects:
                Estimate Std. Error        df t value Pr(&gt;|t|)
(Intercept)    -0.004432   0.007219 41.000000  -0.614    0.543
treatmentCoral  0.009876   0.009775 41.000000   1.010    0.318
treatmentCCA    0.006572   0.009775 41.000000   0.672    0.505
treatmentAlgae -0.004788   0.009975 41.000000  -0.480    0.634
Correlation of Fixed Effects:
            (Intr) trtmnC trtCCA
treatmntCrl -0.739              
treatmntCCA -0.739  0.545       
treatmntAlg -0.724  0.535  0.535
optimizer (nloptwrap) convergence code: 0 (OK)
boundary (singular) fit: see help('isSingular')</a:t>
            </a:r>
          </a:p>
          <a:p>
            <a:pPr lvl="0" indent="0">
              <a:buNone/>
            </a:pPr>
            <a:r>
              <a:rPr>
                <a:latin typeface="Courier"/>
              </a:rPr>
              <a:t>Type II Analysis of Variance Table with Satterthwaite's method
             Sum Sq    Mean Sq NumDF DenDF F value Pr(&gt;F)
treatment 0.0014755 0.00049185     3    41  0.9437 0.4284</a:t>
            </a:r>
          </a:p>
          <a:p>
            <a:pPr lvl="0" indent="0">
              <a:buNone/>
            </a:pPr>
            <a:r>
              <a:rPr>
                <a:latin typeface="Courier"/>
              </a:rPr>
              <a:t>$emmeans
 treatment   emmean      SE   df lower.CL upper.CL
 Control   -0.00443 0.00727 14.1 -0.02002  0.01115
 Coral      0.00544 0.00659 10.6 -0.00913  0.02002
 CCA        0.00214 0.00659 10.6 -0.01243  0.01671
 Algae     -0.00922 0.00691 12.0 -0.02428  0.00584
Degrees-of-freedom method: kenward-roger 
Confidence level used: 0.95 
$contrasts
 contrast        estimate      SE   df t.ratio p.value
 Coral - Control  0.00988 0.00981 12.3   1.006  0.6257
 CCA - Control    0.00657 0.00981 12.3   0.670  0.8186
 Algae - Control -0.00479 0.01000 13.1  -0.477  0.9067
Degrees-of-freedom method: kenward-roger 
P value adjustment: dunnettx method for 3 tests </a:t>
            </a:r>
          </a:p>
        </p:txBody>
      </p:sp>
      <p:pic>
        <p:nvPicPr>
          <p:cNvPr descr="MOBEAST_nutrients_files/figure-pptx/unnamed-chunk-26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48200" y="1879600"/>
            <a:ext cx="4038600" cy="2019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Silicate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Linear mixed model fit by REML. t-tests use Satterthwaite's method [
lmerModLmerTest]
Formula: conc_norm ~ treatment + (1 | tank_number)
   Data: df
REML criterion at convergence: 55.5
Scaled residuals: 
    Min      1Q  Median      3Q     Max 
-1.6826 -0.5113 -0.1833  0.2123  3.4495 
Random effects:
 Groups      Name        Variance Std.Dev.
 tank_number (Intercept) 0.0000   0.0000  
 Residual                0.2042   0.4519  
Number of obs: 41, groups:  tank_number, 16
Fixed effects:
               Estimate Std. Error       df t value Pr(&gt;|t|)  
(Intercept)     0.31106    0.14290 37.00000   2.177    0.036 *
treatmentCoral -0.15821    0.20209 37.00000  -0.783    0.439  
treatmentCCA   -0.16702    0.20209 37.00000  -0.826    0.414  
treatmentAlgae  0.03012    0.19745 37.00000   0.153    0.880  
---
Signif. codes:  0 '***' 0.001 '**' 0.01 '*' 0.05 '.' 0.1 ' ' 1
Correlation of Fixed Effects:
            (Intr) trtmnC trtCCA
treatmntCrl -0.707              
treatmntCCA -0.707  0.500       
treatmntAlg -0.724  0.512  0.512
optimizer (nloptwrap) convergence code: 0 (OK)
boundary (singular) fit: see help('isSingular')</a:t>
            </a:r>
          </a:p>
          <a:p>
            <a:pPr lvl="0" indent="0">
              <a:buNone/>
            </a:pPr>
            <a:r>
              <a:rPr>
                <a:latin typeface="Courier"/>
              </a:rPr>
              <a:t>Type II Analysis of Variance Table with Satterthwaite's method
           Sum Sq Mean Sq NumDF DenDF F value Pr(&gt;F)
treatment 0.33113 0.11038     3    37  0.5405 0.6575</a:t>
            </a:r>
          </a:p>
          <a:p>
            <a:pPr lvl="0" indent="0">
              <a:buNone/>
            </a:pPr>
            <a:r>
              <a:rPr>
                <a:latin typeface="Courier"/>
              </a:rPr>
              <a:t>$emmeans
 treatment emmean    SE    df lower.CL upper.CL
 Control    0.311 0.144 11.69 -0.00396    0.626
 Coral      0.153 0.144 11.69 -0.16217    0.468
 CCA        0.144 0.144 11.69 -0.17098    0.459
 Algae      0.341 0.137  9.92  0.03561    0.647
Degrees-of-freedom method: kenward-roger 
Confidence level used: 0.95 
$contrasts
 contrast        estimate    SE   df t.ratio p.value
 Coral - Control  -0.1582 0.204 11.7  -0.776  0.7617
 CCA - Control    -0.1670 0.204 11.7  -0.819  0.7372
 Algae - Control   0.0301 0.199 10.8   0.151  0.9911
Degrees-of-freedom method: kenward-roger 
P value adjustment: dunnettx method for 3 tests </a:t>
            </a:r>
          </a:p>
        </p:txBody>
      </p:sp>
      <p:pic>
        <p:nvPicPr>
          <p:cNvPr descr="MOBEAST_nutrients_files/figure-pptx/unnamed-chunk-28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48200" y="1879600"/>
            <a:ext cx="4038600" cy="2019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24h Nutrient Analysis</a:t>
            </a:r>
          </a:p>
        </p:txBody>
      </p:sp>
      <p:pic>
        <p:nvPicPr>
          <p:cNvPr descr="MOBEAST_nutrients_files/figure-pptx/unnamed-chunk-30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Data viz</a:t>
            </a:r>
          </a:p>
        </p:txBody>
      </p:sp>
      <p:pic>
        <p:nvPicPr>
          <p:cNvPr descr="MOBEAST_nutrients_files/figure-pptx/unnamed-chunk-31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Iterative stats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Iterative graphing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Nitrate-Nitrite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Linear mixed model fit by REML. t-tests use Satterthwaite's method [
lmerModLmerTest]
Formula: conc_norm ~ treatment * time_fac + (1 | tank_number)
   Data: df
REML criterion at convergence: 102.4
Scaled residuals: 
     Min       1Q   Median       3Q      Max 
-1.74671 -0.61001  0.01041  0.47247  2.02764 
Random effects:
 Groups      Name        Variance Std.Dev.
 tank_number (Intercept) 0.01504  0.1226  
 Residual                0.35745  0.5979  
Number of obs: 60, groups:  tank_number, 16
Fixed effects:
                                Estimate Std. Error       df t value Pr(&gt;|t|)  
(Intercept)                     -0.39600    0.30516 43.76260  -1.298   0.2012  
treatmentCoral                   0.04541    0.46598 43.88307   0.097   0.9228  
treatmentCCA                     0.06781    0.46598 43.88307   0.146   0.8850  
treatmentAlgae                  -0.38125    0.43156 43.76260  -0.883   0.3818  
time_fac18:00:00                 0.63425    0.42276 30.34409   1.500   0.1439  
time_fac00:00:00                -0.80200    0.45785 32.81210  -1.752   0.0892 .
time_fac06:00:00                 0.06650    0.42276 30.34409   0.157   0.8760  
treatmentCoral:time_fac18:00:00  0.31859    0.62317 31.67094   0.511   0.6127  
treatmentCCA:time_fac18:00:00   -0.10231    0.62317 31.67094  -0.164   0.8706  
treatmentAlgae:time_fac18:00:00 -0.25725    0.59787 30.34409  -0.430   0.6700  
treatmentCoral:time_fac00:00:00  0.52059    0.64749 32.81210   0.804   0.4272  
treatmentCCA:time_fac00:00:00    0.62994    0.64749 32.81210   0.973   0.3377  
treatmentAlgae:time_fac00:00:00 -0.09103    0.64749 32.81210  -0.141   0.8891  
treatmentCoral:time_fac06:00:00 -0.02841    0.62317 31.67094  -0.046   0.9639  
treatmentCCA:time_fac06:00:00   -0.28381    0.62317 31.67094  -0.455   0.6519  
treatmentAlgae:time_fac06:00:00 -0.30900    0.59787 30.34409  -0.517   0.6090  
---
Signif. codes:  0 '***' 0.001 '**' 0.01 '*' 0.05 '.' 0.1 ' ' 1</a:t>
            </a:r>
          </a:p>
          <a:p>
            <a:pPr lvl="0" indent="0">
              <a:buNone/>
            </a:pPr>
            <a:r>
              <a:rPr>
                <a:latin typeface="Courier"/>
              </a:rPr>
              <a:t>Type II Analysis of Variance Table with Satterthwaite's method
                   Sum Sq Mean Sq NumDF   DenDF F value    Pr(&gt;F)    
treatment          4.7076  1.5692     3  9.8671  4.3900 0.0328990 *  
time_fac           9.8843  3.2948     3 31.3679  9.2175 0.0001601 ***
treatment:time_fac 1.3655  0.1517     9 31.4810  0.4245 0.9119322    
---
Signif. codes:  0 '***' 0.001 '**' 0.01 '*' 0.05 '.' 0.1 ' ' 1</a:t>
            </a:r>
          </a:p>
          <a:p>
            <a:pPr lvl="0" indent="0">
              <a:buNone/>
            </a:pPr>
            <a:r>
              <a:rPr>
                <a:latin typeface="Courier"/>
              </a:rPr>
              <a:t>$emmeans
 treatment emmean    SE   df lower.CL upper.CL
 Control   -0.421 0.168 11.6   -0.789  -0.0541
 Coral     -0.173 0.168 11.6   -0.540   0.1940
 CCA       -0.293 0.168 11.6   -0.660   0.0747
 Algae     -0.967 0.168 11.6   -1.334  -0.5997
Results are averaged over the levels of: time_fac 
Degrees-of-freedom method: kenward-roger 
Confidence level used: 0.95 
$contrasts
 contrast        estimate    SE   df t.ratio p.value
 Coral - Control    0.248 0.238 11.6   1.045  0.6039
 CCA - Control      0.129 0.238 11.6   0.542  0.8799
 Algae - Control   -0.546 0.238 11.6  -2.297  0.1034
Results are averaged over the levels of: time_fac 
Degrees-of-freedom method: kenward-roger 
P value adjustment: dunnettx method for 3 tests </a:t>
            </a:r>
          </a:p>
          <a:p>
            <a:pPr lvl="0" indent="0">
              <a:buNone/>
            </a:pPr>
            <a:r>
              <a:rPr>
                <a:latin typeface="Courier"/>
              </a:rPr>
              <a:t> treatment emmean    SE   df lower.CL upper.CL
 Control   -0.421 0.168 11.6   -0.789  -0.0541
 Coral     -0.173 0.168 11.6   -0.540   0.1940
 CCA       -0.293 0.168 11.6   -0.660   0.0747
 Algae     -0.967 0.168 11.6   -1.334  -0.5997
Results are averaged over the levels of: time_fac 
Degrees-of-freedom method: kenward-roger 
Confidence level used: 0.95 </a:t>
            </a:r>
          </a:p>
        </p:txBody>
      </p:sp>
      <p:pic>
        <p:nvPicPr>
          <p:cNvPr descr="MOBEAST_nutrients_files/figure-pptx/unnamed-chunk-35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48200" y="1879600"/>
            <a:ext cx="4038600" cy="2019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Nitrite - Significant !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Linear mixed model fit by REML. t-tests use Satterthwaite's method [
lmerModLmerTest]
Formula: conc_norm ~ treatment * time_fac + (1 | tank_number)
   Data: df
REML criterion at convergence: -79.3
Scaled residuals: 
     Min       1Q   Median       3Q      Max 
-1.48591 -0.62084 -0.00984  0.49512  2.47117 
Random effects:
 Groups      Name        Variance Std.Dev.
 tank_number (Intercept) 0.001158 0.03402 
 Residual                0.004281 0.06543 
Number of obs: 57, groups:  tank_number, 16
Fixed effects:
                                 Estimate Std. Error        df t value Pr(&gt;|t|)
(Intercept)                      0.017862   0.036873 37.205749   0.484   0.6309
treatmentCoral                  -0.012199   0.052146 37.205749  -0.234   0.8163
treatmentCCA                    -0.106770   0.056023 38.543025  -1.906   0.0642
treatmentAlgae                  -0.101494   0.055964 38.711330  -1.814   0.0775
time_fac18:00:00                 0.031757   0.046265 30.166749   0.686   0.4977
time_fac00:00:00                 0.114120   0.046265 30.166749   2.467   0.0195
time_fac06:00:00                -0.542022   0.050502 31.491190 -10.733 4.76e-12
treatmentCoral:time_fac18:00:00 -0.037914   0.065429 30.166749  -0.579   0.5666
treatmentCCA:time_fac18:00:00    0.064082   0.068558 31.160002   0.935   0.3571
treatmentAlgae:time_fac18:00:00  0.056002   0.071721 32.104137   0.781   0.4406
treatmentCoral:time_fac00:00:00 -0.041733   0.065429 30.166749  -0.638   0.5284
treatmentCCA:time_fac00:00:00   -0.008815   0.068558 31.160002  -0.129   0.8985
treatmentAlgae:time_fac00:00:00 -0.131390   0.071721 32.104137  -1.832   0.0762
treatmentCoral:time_fac06:00:00 -0.142447   0.068490 30.886993  -2.080   0.0459
treatmentCCA:time_fac06:00:00    0.099811   0.073515 30.791882   1.358   0.1844
treatmentAlgae:time_fac06:00:00  0.018325   0.074524 32.565388   0.246   0.8073
(Intercept)                        
treatmentCoral                     
treatmentCCA                    .  
treatmentAlgae                  .  
time_fac18:00:00                   
time_fac00:00:00                *  
time_fac06:00:00                ***
treatmentCoral:time_fac18:00:00    
treatmentCCA:time_fac18:00:00      
treatmentAlgae:time_fac18:00:00    
treatmentCoral:time_fac00:00:00    
treatmentCCA:time_fac00:00:00      
treatmentAlgae:time_fac00:00:00 .  
treatmentCoral:time_fac06:00:00 *  
treatmentCCA:time_fac06:00:00      
treatmentAlgae:time_fac06:00:00    
---
Signif. codes:  0 '***' 0.001 '**' 0.01 '*' 0.05 '.' 0.1 ' ' 1</a:t>
            </a:r>
          </a:p>
          <a:p>
            <a:pPr lvl="0" indent="0">
              <a:buNone/>
            </a:pPr>
            <a:r>
              <a:rPr>
                <a:latin typeface="Courier"/>
              </a:rPr>
              <a:t>Type II Analysis of Variance Table with Satterthwaite's method
                   Sum Sq Mean Sq NumDF  DenDF  F value  Pr(&gt;F)    
treatment          0.0479 0.01598     3 12.455   3.7324 0.04055 *  
time_fac           3.5293 1.17645     3 31.335 274.8134 &lt; 2e-16 ***
treatment:time_fac 0.1025 0.01139     9 31.473   2.6606 0.02025 *  
---
Signif. codes:  0 '***' 0.001 '**' 0.01 '*' 0.05 '.' 0.1 ' ' 1</a:t>
            </a:r>
          </a:p>
          <a:p>
            <a:pPr lvl="0" indent="0">
              <a:buNone/>
            </a:pPr>
            <a:r>
              <a:rPr>
                <a:latin typeface="Courier"/>
              </a:rPr>
              <a:t>$emmeans
 treatment  emmean     SE   df lower.CL upper.CL
 Control   -0.0812 0.0242 11.0   -0.134  -0.0279
 Coral     -0.1489 0.0236 10.1   -0.201  -0.0964
 CCA       -0.1492 0.0250 11.6   -0.204  -0.0945
 Algae     -0.1969 0.0254 13.6   -0.252  -0.1423
Results are averaged over the levels of: time_fac 
Degrees-of-freedom method: kenward-roger 
Confidence level used: 0.95 
$contrasts
 contrast        estimate     SE   df t.ratio p.value
 Coral - Control  -0.0677 0.0338 10.5  -2.005  0.1724
 CCA - Control    -0.0680 0.0348 11.3  -1.956  0.1823
 Algae - Control  -0.1158 0.0351 12.3  -3.300  0.0166
Results are averaged over the levels of: time_fac 
Degrees-of-freedom method: kenward-roger 
P value adjustment: dunnettx method for 3 tests </a:t>
            </a:r>
          </a:p>
        </p:txBody>
      </p:sp>
      <p:pic>
        <p:nvPicPr>
          <p:cNvPr descr="MOBEAST_nutrients_files/figure-pptx/unnamed-chunk-37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48200" y="1879600"/>
            <a:ext cx="4038600" cy="2019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Nitrate - Significant different in the CCA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Linear mixed model fit by REML. t-tests use Satterthwaite's method [
lmerModLmerTest]
Formula: conc_norm ~ treatment * time_fac + (1 | tank_number)
   Data: df
REML criterion at convergence: 18.4
Scaled residuals: 
     Min       1Q   Median       3Q      Max 
-1.65464 -0.41477 -0.05407  0.37622  2.94028 
Random effects:
 Groups      Name        Variance Std.Dev.
 tank_number (Intercept) 0.003455 0.05878 
 Residual                0.051750 0.22749 
Number of obs: 61, groups:  tank_number, 16
Fixed effects:
                                Estimate Std. Error       df t value Pr(&gt;|t|)
(Intercept)                     -0.06361    0.11748 44.45720  -0.541  0.59090
treatmentCoral                   0.25391    0.17932 44.71323   1.416  0.16372
treatmentCCA                    -0.85019    0.16614 44.45720  -5.117 6.39e-06
treatmentAlgae                  -0.28334    0.17932 44.71998  -1.580  0.12113
time_fac18:00:00                 0.16227    0.16086 32.16945   1.009  0.32061
time_fac00:00:00                 0.21109    0.16086 32.16945   1.312  0.19871
time_fac06:00:00                -0.37505    0.16086 32.16945  -2.332  0.02614
treatmentCoral:time_fac18:00:00 -0.40516    0.23728 33.41268  -1.707  0.09701
treatmentCCA:time_fac18:00:00    0.65287    0.22749 32.16945   2.870  0.00720
treatmentAlgae:time_fac18:00:00  0.19005    0.23728 33.39624   0.801  0.42883
treatmentCoral:time_fac00:00:00 -0.38664    0.23728 33.41268  -1.629  0.11261
treatmentCCA:time_fac00:00:00    0.66704    0.22749 32.16945   2.932  0.00615
treatmentAlgae:time_fac00:00:00  0.18015    0.23728 33.39624   0.759  0.45303
treatmentCoral:time_fac06:00:00 -0.34154    0.24703 35.30433  -1.383  0.17548
treatmentCCA:time_fac06:00:00    0.78392    0.22749 32.16945   3.446  0.00160
treatmentAlgae:time_fac06:00:00  0.48482    0.23728 33.39624   2.043  0.04899
(Intercept)                        
treatmentCoral                     
treatmentCCA                    ***
treatmentAlgae                     
time_fac18:00:00                   
time_fac00:00:00                   
time_fac06:00:00                *  
treatmentCoral:time_fac18:00:00 .  
treatmentCCA:time_fac18:00:00   ** 
treatmentAlgae:time_fac18:00:00    
treatmentCoral:time_fac00:00:00    
treatmentCCA:time_fac00:00:00   ** 
treatmentAlgae:time_fac00:00:00    
treatmentCoral:time_fac06:00:00    
treatmentCCA:time_fac06:00:00   ** 
treatmentAlgae:time_fac06:00:00 *  
---
Signif. codes:  0 '***' 0.001 '**' 0.01 '*' 0.05 '.' 0.1 ' ' 1</a:t>
            </a:r>
          </a:p>
          <a:p>
            <a:pPr lvl="0" indent="0">
              <a:buNone/>
            </a:pPr>
            <a:r>
              <a:rPr>
                <a:latin typeface="Courier"/>
              </a:rPr>
              <a:t>Type II Analysis of Variance Table with Satterthwaite's method
                    Sum Sq Mean Sq NumDF  DenDF F value    Pr(&gt;F)    
treatment          0.80386 0.26795     3 10.781  5.1779  0.018418 *  
time_fac           2.27468 0.75823     3 32.885 14.6519 3.143e-06 ***
treatment:time_fac 1.78415 0.19824     9 33.005  3.8307  0.002124 ** 
---
Signif. codes:  0 '***' 0.001 '**' 0.01 '*' 0.05 '.' 0.1 ' ' 1</a:t>
            </a:r>
          </a:p>
          <a:p>
            <a:pPr lvl="0" indent="0">
              <a:buNone/>
            </a:pPr>
            <a:r>
              <a:rPr>
                <a:latin typeface="Courier"/>
              </a:rPr>
              <a:t>$emmeans
 treatment  emmean     SE   df lower.CL upper.CL
 Control   -0.0640 0.0640 10.9   -0.205   0.0771
 Coral     -0.0935 0.0685 13.5   -0.241   0.0539
 CCA       -0.3883 0.0640 10.9   -0.529  -0.2472
 Algae     -0.1336 0.0664 12.1   -0.278   0.0109
Results are averaged over the levels of: time_fac 
Degrees-of-freedom method: kenward-roger 
Confidence level used: 0.95 
$contrasts
 contrast        estimate     SE   df t.ratio p.value
 Coral - Control  -0.0294 0.0937 12.2  -0.314  0.9602
 CCA - Control    -0.3242 0.0905 10.9  -3.581  0.0118
 Algae - Control  -0.0696 0.0922 11.5  -0.755  0.7738
Results are averaged over the levels of: time_fac 
Degrees-of-freedom method: kenward-roger 
P value adjustment: dunnettx method for 3 tests </a:t>
            </a:r>
          </a:p>
        </p:txBody>
      </p:sp>
      <p:pic>
        <p:nvPicPr>
          <p:cNvPr descr="MOBEAST_nutrients_files/figure-pptx/unnamed-chunk-39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48200" y="1879600"/>
            <a:ext cx="4038600" cy="2019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Ammonium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Linear mixed model fit by REML. t-tests use Satterthwaite's method [
lmerModLmerTest]
Formula: conc_norm ~ treatment * time_fac + (1 | tank_number)
   Data: df
REML criterion at convergence: 113.6
Scaled residuals: 
     Min       1Q   Median       3Q      Max 
-1.66721 -0.55275 -0.01165  0.38606  2.24935 
Random effects:
 Groups      Name        Variance Std.Dev.
 tank_number (Intercept) 0.01969  0.1403  
 Residual                0.43668  0.6608  
Number of obs: 61, groups:  tank_number, 16
Fixed effects:
                                Estimate Std. Error       df t value Pr(&gt;|t|)  
(Intercept)                     -0.41386    0.33778 44.69735  -1.225   0.2269  
treatmentCoral                   0.05368    0.51577 44.84736   0.104   0.9176  
treatmentCCA                     0.35318    0.47769 44.69735   0.739   0.4636  
treatmentAlgae                  -0.29392    0.47769 44.69735  -0.615   0.5415  
time_fac18:00:00                 0.60249    0.46727 30.69630   1.289   0.2069  
time_fac00:00:00                -0.94637    0.50614 33.24832  -1.870   0.0703 .
time_fac06:00:00                 0.50878    0.46727 30.69630   1.089   0.2847  
treatmentCoral:time_fac18:00:00  0.36043    0.68885 32.06729   0.523   0.6044  
treatmentCCA:time_fac18:00:00   -0.34499    0.66082 30.69630  -0.522   0.6054  
treatmentAlgae:time_fac18:00:00 -0.26779    0.66082 30.69630  -0.405   0.6881  
treatmentCoral:time_fac00:00:00  0.59650    0.71578 33.24832   0.833   0.4106  
treatmentCCA:time_fac00:00:00    0.49040    0.68885 32.06729   0.712   0.4817  
treatmentAlgae:time_fac00:00:00  0.38860    0.68885 32.06729   0.564   0.5766  
treatmentCoral:time_fac06:00:00  0.21771    0.68885 32.06729   0.316   0.7540  
treatmentCCA:time_fac06:00:00   -0.39862    0.66082 30.69630  -0.603   0.5508  
treatmentAlgae:time_fac06:00:00 -0.54021    0.68885 32.06729  -0.784   0.4387  
---
Signif. codes:  0 '***' 0.001 '**' 0.01 '*' 0.05 '.' 0.1 ' ' 1</a:t>
            </a:r>
          </a:p>
          <a:p>
            <a:pPr lvl="0" indent="0">
              <a:buNone/>
            </a:pPr>
            <a:r>
              <a:rPr>
                <a:latin typeface="Courier"/>
              </a:rPr>
              <a:t>Type II Analysis of Variance Table with Satterthwaite's method
                    Sum Sq Mean Sq NumDF   DenDF F value    Pr(&gt;F)    
treatment           4.4193  1.4731     3  9.5232  3.3734 0.0651958 .  
time_fac           10.4560  3.4853     3 31.4502  7.9815 0.0004256 ***
treatment:time_fac  1.6858  0.1873     9 31.5943  0.4289 0.9093466    
---
Signif. codes:  0 '***' 0.001 '**' 0.01 '*' 0.05 '.' 0.1 ' ' 1</a:t>
            </a:r>
          </a:p>
          <a:p>
            <a:pPr lvl="0" indent="0">
              <a:buNone/>
            </a:pPr>
            <a:r>
              <a:rPr>
                <a:latin typeface="Courier"/>
              </a:rPr>
              <a:t>$emmeans
 treatment  emmean    SE   df lower.CL upper.CL
 Control   -0.3726 0.187 12.1   -0.779   0.0334
 Coral     -0.0253 0.187 12.1   -0.431   0.3808
 CCA       -0.0828 0.179 10.8   -0.479   0.3131
 Algae     -0.7714 0.187 12.1   -1.177  -0.3653
Results are averaged over the levels of: time_fac 
Degrees-of-freedom method: kenward-roger 
Confidence level used: 0.95 
$contrasts
 contrast        estimate    SE   df t.ratio p.value
 Coral - Control    0.347 0.264 12.1   1.317  0.4457
 CCA - Control      0.290 0.259 11.4   1.120  0.5595
 Algae - Control   -0.399 0.264 12.1  -1.512  0.3464
Results are averaged over the levels of: time_fac 
Degrees-of-freedom method: kenward-roger 
P value adjustment: dunnettx method for 3 tests </a:t>
            </a:r>
          </a:p>
        </p:txBody>
      </p:sp>
      <p:pic>
        <p:nvPicPr>
          <p:cNvPr descr="MOBEAST_nutrients_files/figure-pptx/unnamed-chunk-41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48200" y="1879600"/>
            <a:ext cx="4038600" cy="2019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Phosphate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Linear mixed model fit by REML. t-tests use Satterthwaite's method [
lmerModLmerTest]
Formula: conc_norm ~ treatment * time_fac + (1 | tank_number)
   Data: df
REML criterion at convergence: -140.4
Scaled residuals: 
     Min       1Q   Median       3Q      Max 
-1.97899 -0.33049 -0.05958  0.41532  2.47027 
Random effects:
 Groups      Name        Variance  Std.Dev.
 tank_number (Intercept) 0.0006076 0.02465 
 Residual                0.0011066 0.03327 
Number of obs: 60, groups:  tank_number, 16
Fixed effects:
                                  Estimate Std. Error         df t value
(Intercept)                     -0.0021095  0.0232473 37.9978802  -0.091
treatmentCoral                   0.0044417  0.0311286 35.5134729   0.143
treatmentCCA                    -0.0014707  0.0311286 35.5134729  -0.047
treatmentAlgae                   0.0040046  0.0311286 35.5134729   0.129
time_fac18:00:00                 0.0018106  0.0257915 32.5477933   0.070
time_fac00:00:00                 0.0011754  0.0257915 32.5477933   0.046
time_fac06:00:00                -0.0991249  0.0281524 34.1957766  -3.521
treatmentCoral:time_fac18:00:00  0.0141269  0.0349074 32.0263220   0.405
treatmentCCA:time_fac18:00:00   -0.0009643  0.0349074 32.0263220  -0.028
treatmentAlgae:time_fac18:00:00 -0.0070712  0.0364674 32.5152085  -0.194
treatmentCoral:time_fac00:00:00  0.0172583  0.0349074 32.0263220   0.494
treatmentCCA:time_fac00:00:00    0.0077255  0.0364674 32.5152085   0.212
treatmentAlgae:time_fac00:00:00 -0.0187027  0.0349074 32.0263220  -0.536
treatmentCoral:time_fac06:00:00  0.0549030  0.0366862 33.0463817   1.497
treatmentCCA:time_fac06:00:00    0.0622965  0.0366862 33.0463817   1.698
treatmentAlgae:time_fac06:00:00  0.0169068  0.0366862 33.0463817   0.461
                                Pr(&gt;|t|)   
(Intercept)                      0.92817   
treatmentCoral                   0.88734   
treatmentCCA                     0.96258   
treatmentAlgae                   0.89836   
time_fac18:00:00                 0.94446   
time_fac00:00:00                 0.96393   
time_fac06:00:00                 0.00124 **
treatmentCoral:time_fac18:00:00  0.68839   
treatmentCCA:time_fac18:00:00    0.97813   
treatmentAlgae:time_fac18:00:00  0.84746   
treatmentCoral:time_fac00:00:00  0.62440   
treatmentCCA:time_fac00:00:00    0.83355   
treatmentAlgae:time_fac00:00:00  0.59581   
treatmentCoral:time_fac06:00:00  0.14400   
treatmentCCA:time_fac06:00:00    0.09889 . 
treatmentAlgae:time_fac06:00:00  0.64793   
---
Signif. codes:  0 '***' 0.001 '**' 0.01 '*' 0.05 '.' 0.1 ' ' 1</a:t>
            </a:r>
          </a:p>
          <a:p>
            <a:pPr lvl="0" indent="0">
              <a:buNone/>
            </a:pPr>
            <a:r>
              <a:rPr>
                <a:latin typeface="Courier"/>
              </a:rPr>
              <a:t>Type II Analysis of Variance Table with Satterthwaite's method
                     Sum Sq   Mean Sq NumDF  DenDF F value    Pr(&gt;F)    
treatment          0.002142 0.0007140     3 11.219  0.6452    0.6017    
time_fac           0.047967 0.0159892     3 31.867 14.4484 4.081e-06 ***
treatment:time_fac 0.006662 0.0007402     9 31.959  0.6689    0.7304    
---
Signif. codes:  0 '***' 0.001 '**' 0.01 '*' 0.05 '.' 0.1 ' ' 1</a:t>
            </a:r>
          </a:p>
          <a:p>
            <a:pPr lvl="0" indent="0">
              <a:buNone/>
            </a:pPr>
            <a:r>
              <a:rPr>
                <a:latin typeface="Courier"/>
              </a:rPr>
              <a:t>$emmeans
 treatment   emmean     SE   df lower.CL upper.CL
 Control   -0.02614 0.0153 12.6  -0.0593  0.00705
 Coral     -0.00013 0.0149 11.3  -0.0328  0.03250
 CCA       -0.01035 0.0151 11.9  -0.0433  0.02259
 Algae     -0.02436 0.0151 11.9  -0.0573  0.00859
Results are averaged over the levels of: time_fac 
Degrees-of-freedom method: kenward-roger 
Confidence level used: 0.95 
$contrasts
 contrast        estimate     SE   df t.ratio p.value
 Coral - Control  0.02601 0.0213 11.9   1.219  0.5009
 CCA - Control    0.01579 0.0215 12.2   0.734  0.7845
 Algae - Control  0.00179 0.0215 12.2   0.083  0.9974
Results are averaged over the levels of: time_fac 
Degrees-of-freedom method: kenward-roger 
P value adjustment: dunnettx method for 3 tests </a:t>
            </a:r>
          </a:p>
        </p:txBody>
      </p:sp>
      <p:pic>
        <p:nvPicPr>
          <p:cNvPr descr="MOBEAST_nutrients_files/figure-pptx/unnamed-chunk-43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48200" y="1879600"/>
            <a:ext cx="4038600" cy="2019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Silicate - May need to log transform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Linear mixed model fit by REML. t-tests use Satterthwaite's method [
lmerModLmerTest]
Formula: conc_norm ~ treatment * time_fac + (1 | tank_number)
   Data: df
REML criterion at convergence: 252.2
Scaled residuals: 
     Min       1Q   Median       3Q      Max 
-2.28690 -0.13726  0.00288  0.07830  2.70997 
Random effects:
 Groups      Name        Variance Std.Dev.
 tank_number (Intercept)  0.00    0.000   
 Residual                16.79    4.097   
Number of obs: 57, groups:  tank_number, 16
Fixed effects:
                                 Estimate Std. Error        df t value Pr(&gt;|t|)
(Intercept)                       0.08354    2.36561  41.00000   0.035   0.9720
treatmentCoral                    0.45263    3.34548  41.00000   0.135   0.8930
treatmentCCA                      0.25661    3.34548  41.00000   0.077   0.9392
treatmentAlgae                   -0.23780    3.12941  41.00000  -0.076   0.9398
time_fac18:00:00                  1.79976    3.12941  41.00000   0.575   0.5684
time_fac00:00:00                  2.03679    3.12941  41.00000   0.651   0.5188
time_fac06:00:00                -19.96573    3.34548  41.00000  -5.968 4.81e-07
treatmentCoral:time_fac18:00:00   0.08180    4.42566  41.00000   0.018   0.9853
treatmentCCA:time_fac18:00:00    -1.56470    4.58099  41.00000  -0.342   0.7344
treatmentAlgae:time_fac18:00:00  -0.54963    4.26467  41.00000  -0.129   0.8981
treatmentCoral:time_fac00:00:00  -1.83449    4.42566  41.00000  -0.415   0.6807
treatmentCCA:time_fac00:00:00    -1.65777    4.42566  41.00000  -0.375   0.7099
treatmentAlgae:time_fac00:00:00  -1.70562    4.42566  41.00000  -0.385   0.7019
treatmentCoral:time_fac06:00:00   7.93632    4.58099  41.00000   1.732   0.0907
treatmentCCA:time_fac06:00:00     9.00031    4.58099  41.00000   1.965   0.0562
treatmentAlgae:time_fac06:00:00   0.84136    4.58099  41.00000   0.184   0.8552
(Intercept)                        
treatmentCoral                     
treatmentCCA                       
treatmentAlgae                     
time_fac18:00:00                   
time_fac00:00:00                   
time_fac06:00:00                ***
treatmentCoral:time_fac18:00:00    
treatmentCCA:time_fac18:00:00      
treatmentAlgae:time_fac18:00:00    
treatmentCoral:time_fac00:00:00    
treatmentCCA:time_fac00:00:00      
treatmentAlgae:time_fac00:00:00    
treatmentCoral:time_fac06:00:00 .  
treatmentCCA:time_fac06:00:00   .  
treatmentAlgae:time_fac06:00:00    
---
Signif. codes:  0 '***' 0.001 '**' 0.01 '*' 0.05 '.' 0.1 ' ' 1</a:t>
            </a:r>
          </a:p>
          <a:p>
            <a:pPr lvl="0" indent="0">
              <a:buNone/>
            </a:pPr>
            <a:r>
              <a:rPr>
                <a:latin typeface="Courier"/>
              </a:rPr>
              <a:t>optimizer (nloptwrap) convergence code: 0 (OK)
boundary (singular) fit: see help('isSingular')</a:t>
            </a:r>
          </a:p>
          <a:p>
            <a:pPr lvl="0" indent="0">
              <a:buNone/>
            </a:pPr>
            <a:r>
              <a:rPr>
                <a:latin typeface="Courier"/>
              </a:rPr>
              <a:t>Type II Analysis of Variance Table with Satterthwaite's method
                    Sum Sq Mean Sq NumDF DenDF F value    Pr(&gt;F)    
treatment            63.94   21.31     3    41  1.2695    0.2975    
time_fac           2641.64  880.55     3    41 52.4498 4.297e-14 ***
treatment:time_fac  202.77   22.53     9    41  1.3420    0.2460    
---
Signif. codes:  0 '***' 0.001 '**' 0.01 '*' 0.05 '.' 0.1 ' ' 1</a:t>
            </a:r>
          </a:p>
          <a:p>
            <a:pPr lvl="0" indent="0">
              <a:buNone/>
            </a:pPr>
            <a:r>
              <a:rPr>
                <a:latin typeface="Courier"/>
              </a:rPr>
              <a:t>$emmeans
 treatment emmean   SE   df lower.CL upper.CL
 Control    -3.95 1.12 10.7    -6.42   -1.478
 Coral      -1.95 1.07 10.3    -4.33    0.425
 CCA        -2.25 1.12 10.7    -4.72    0.223
 Algae      -4.54 1.11 11.8    -6.97   -2.112
Results are averaged over the levels of: time_fac 
Degrees-of-freedom method: kenward-roger 
Confidence level used: 0.95 
$contrasts
 contrast        estimate   SE   df t.ratio p.value
 Coral - Control    1.999 1.55 10.5   1.291  0.4645
 CCA - Control      1.701 1.58 10.7   1.076  0.5873
 Algae - Control   -0.591 1.58 11.2  -0.375  0.9429
Results are averaged over the levels of: time_fac 
Degrees-of-freedom method: kenward-roger 
P value adjustment: dunnettx method for 3 tests </a:t>
            </a:r>
          </a:p>
        </p:txBody>
      </p:sp>
      <p:pic>
        <p:nvPicPr>
          <p:cNvPr descr="MOBEAST_nutrients_files/figure-pptx/unnamed-chunk-45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48200" y="1879600"/>
            <a:ext cx="4038600" cy="2019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MOBEAST - Nutrients</dc:title>
  <dc:creator>Keanu Rochette</dc:creator>
  <cp:keywords/>
  <dcterms:created xsi:type="dcterms:W3CDTF">2025-09-12T03:25:30Z</dcterms:created>
  <dcterms:modified xsi:type="dcterms:W3CDTF">2025-09-12T03:25:30Z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created">
    <vt:lpwstr>18 April 2025</vt:lpwstr>
  </property>
  <property fmtid="{D5CDD505-2E9C-101B-9397-08002B2CF9AE}" pid="6" name="editor">
    <vt:lpwstr>visual</vt:lpwstr>
  </property>
  <property fmtid="{D5CDD505-2E9C-101B-9397-08002B2CF9AE}" pid="7" name="execute">
    <vt:lpwstr/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knitr">
    <vt:lpwstr/>
  </property>
  <property fmtid="{D5CDD505-2E9C-101B-9397-08002B2CF9AE}" pid="12" name="labels">
    <vt:lpwstr/>
  </property>
  <property fmtid="{D5CDD505-2E9C-101B-9397-08002B2CF9AE}" pid="13" name="toc-title">
    <vt:lpwstr>Table of contents</vt:lpwstr>
  </property>
  <property fmtid="{D5CDD505-2E9C-101B-9397-08002B2CF9AE}" pid="14" name="updated">
    <vt:lpwstr>2025-09-11</vt:lpwstr>
  </property>
</Properties>
</file>